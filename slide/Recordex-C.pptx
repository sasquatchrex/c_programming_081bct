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4660"/>
  </p:normalViewPr>
  <p:slideViewPr>
    <p:cSldViewPr snapToGrid="0">
      <p:cViewPr>
        <p:scale>
          <a:sx n="119" d="100"/>
          <a:sy n="119" d="100"/>
        </p:scale>
        <p:origin x="96" y="2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65846-5312-D8AD-F924-90A317B2C9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E8CDFE-2F2B-07C6-5975-13656986D2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F27A6D-DB0A-3D1D-DCCB-6BE55517AB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07934-4E38-4E54-8D93-7DDAE35C7728}" type="datetimeFigureOut">
              <a:rPr lang="en-US" smtClean="0"/>
              <a:t>3/21/2025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1344A2-871E-2AF7-C8F0-50E02B00D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61917A-D7E3-0540-A53F-F1DF42217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42399-991F-4AF9-AA81-1C126F04B4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6574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5946B-3531-5580-77E4-F753A5113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38034-3584-FCBB-06AA-D1B7AEC60E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AE7663-59EA-0142-D202-9F3589CC58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07934-4E38-4E54-8D93-7DDAE35C7728}" type="datetimeFigureOut">
              <a:rPr lang="en-US" smtClean="0"/>
              <a:t>3/21/2025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DF4052-34BE-206B-148C-D5311E52AE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EC1CC5-176E-7701-BD63-9E8129A006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42399-991F-4AF9-AA81-1C126F04B4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19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9C6A3-7791-CA13-BDB3-6FF75CD7C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94FC81-734F-D73B-5FC6-3542BF4416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77D58D-EC5B-5F50-9F88-BC72BAB82B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07934-4E38-4E54-8D93-7DDAE35C7728}" type="datetimeFigureOut">
              <a:rPr lang="en-US" smtClean="0"/>
              <a:t>3/21/2025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E94A5D-644B-E796-5BA2-7BE151D1A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4EE99B-A29D-7721-2DAB-54869FD55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42399-991F-4AF9-AA81-1C126F04B4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7236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7935C-1D39-CD65-241A-528E7E8DA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7CBF71-0A96-0452-DDB3-180A7D7A2A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67A6F9-6762-C07C-3828-563693D8B3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940C46-2168-5B38-3C4D-3766A3682C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07934-4E38-4E54-8D93-7DDAE35C7728}" type="datetimeFigureOut">
              <a:rPr lang="en-US" smtClean="0"/>
              <a:t>3/21/2025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6FA39E-A85D-11BE-8AF2-F2EFC423B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9C5BC9-3979-7D26-185A-3013E6961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42399-991F-4AF9-AA81-1C126F04B4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168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705D6-6060-BD1B-784B-F984635AD8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0B7A35-1F67-3487-717E-531FE23FD7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16BC16-959C-7FC9-F8AF-8CDA5B173F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8383F1-BE9F-A4F5-AF2A-019823F55E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EDCE12-4C4A-DB1D-3FDB-9EB90DD266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6B307A-E6F4-E1CB-744D-EF0713E12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07934-4E38-4E54-8D93-7DDAE35C7728}" type="datetimeFigureOut">
              <a:rPr lang="en-US" smtClean="0"/>
              <a:t>3/21/2025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7C2B8C-D9EF-3C54-27B4-1291C7DCDE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94D9C0-5BC8-D567-6103-093780617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42399-991F-4AF9-AA81-1C126F04B4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711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3C18F-B22F-53B2-6E38-06AB12A14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EC632A-C63C-AA2C-856E-A6AD72F37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07934-4E38-4E54-8D93-7DDAE35C7728}" type="datetimeFigureOut">
              <a:rPr lang="en-US" smtClean="0"/>
              <a:t>3/21/2025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9E71B2-E226-CE66-FDE7-38B5098608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E13781-B50E-B524-9622-17B8AA93A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42399-991F-4AF9-AA81-1C126F04B4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6840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D8674-E3ED-611F-0CFF-93064D1BF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07934-4E38-4E54-8D93-7DDAE35C7728}" type="datetimeFigureOut">
              <a:rPr lang="en-US" smtClean="0"/>
              <a:t>3/21/2025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7FBFFF-E61E-9473-F4A8-0CCF2A2EE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B33A88-C8BA-07B8-CB0D-FE42FE898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42399-991F-4AF9-AA81-1C126F04B4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0306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17B1E-5762-B439-CC68-8D18447A9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03CBCB-63FA-50A5-4429-2708A832DE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9A3211-970C-CA49-66B2-F45AB96254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9E441A-9B24-7807-CD76-9091E9167B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07934-4E38-4E54-8D93-7DDAE35C7728}" type="datetimeFigureOut">
              <a:rPr lang="en-US" smtClean="0"/>
              <a:t>3/21/2025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677216-043D-AB1F-0904-6C8797E3C6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CD489E-0D32-5AFE-5320-C15E3A31E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42399-991F-4AF9-AA81-1C126F04B4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3873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AF87F-0042-077B-0192-08D152460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EE0EA56-154A-1D69-7750-13C29A4EEB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A31F30-F448-7161-BCCC-0CA8E5EEA0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4D9F0E-CF2E-89C7-E47E-4ACF4C4C2C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07934-4E38-4E54-8D93-7DDAE35C7728}" type="datetimeFigureOut">
              <a:rPr lang="en-US" smtClean="0"/>
              <a:t>3/21/2025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24EA31-4A2C-9638-AF8F-056ABCC8A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D05CB0-0D18-89E8-7A53-2D9113581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42399-991F-4AF9-AA81-1C126F04B4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58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34D8E-7AA5-D105-9DDD-86E2E7715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D57AF2-2C07-7F6C-2195-34AB82B3FA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6A1EC3-6BC5-309F-0E0B-A5EA270AE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07934-4E38-4E54-8D93-7DDAE35C7728}" type="datetimeFigureOut">
              <a:rPr lang="en-US" smtClean="0"/>
              <a:t>3/21/2025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20C9B1-5CED-6E3F-D7BF-FFDA2274A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09EAC5-3069-F6C1-FB2F-D7521CCAB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42399-991F-4AF9-AA81-1C126F04B4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9692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95F7532-0E22-B6F7-41AC-4B77EF840E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3EABF5-713C-AFC0-2EEF-48C8454597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FA1FDE-EB2A-8AA2-2F80-0B33E9998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07934-4E38-4E54-8D93-7DDAE35C7728}" type="datetimeFigureOut">
              <a:rPr lang="en-US" smtClean="0"/>
              <a:t>3/21/2025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FFA980-409B-AE02-4AB2-0234C61E2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CAF6A5-A445-88F1-7E81-42E4C5640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42399-991F-4AF9-AA81-1C126F04B4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7442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E8204E-F518-AFA8-7BAC-841FF5A11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BEF97D-5D5E-D935-D6F9-9936999820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E631B8-9E0C-BE01-9ACB-22B220BF52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107934-4E38-4E54-8D93-7DDAE35C7728}" type="datetimeFigureOut">
              <a:rPr lang="en-US" smtClean="0"/>
              <a:t>3/21/2025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99118C-6991-3112-CB64-3C3FDCF90C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9CD6B4-E436-C7B2-F435-1A15698245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642399-991F-4AF9-AA81-1C126F04B4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3926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CD58C-BD00-B890-DA1F-CE9BE6B910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74031"/>
            <a:ext cx="9144000" cy="1080170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Arial" panose="020B0604020202020204" pitchFamily="34" charset="0"/>
                <a:cs typeface="Arial" panose="020B0604020202020204" pitchFamily="34" charset="0"/>
              </a:rPr>
              <a:t>Recordex-C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EFA612-E2C4-3DE0-6541-A8A8EB3590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455028"/>
            <a:ext cx="9144000" cy="897772"/>
          </a:xfrm>
        </p:spPr>
        <p:txBody>
          <a:bodyPr>
            <a:normAutofit/>
          </a:bodyPr>
          <a:lstStyle/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Pratyush Khatiwada ( BCT 022 )</a:t>
            </a:r>
          </a:p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Prithak Lamsal ( BCT023 )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53F9CF-28A8-DB2E-7F16-3D17E14BAE51}"/>
              </a:ext>
            </a:extLst>
          </p:cNvPr>
          <p:cNvSpPr txBox="1"/>
          <p:nvPr/>
        </p:nvSpPr>
        <p:spPr>
          <a:xfrm>
            <a:off x="2954755" y="3968727"/>
            <a:ext cx="62824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Department</a:t>
            </a:r>
            <a:r>
              <a:rPr lang="en-US" sz="2000" dirty="0">
                <a:latin typeface="Arial Black" panose="020B0A04020102020204" pitchFamily="34" charset="0"/>
              </a:rPr>
              <a:t>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of Electronics and Computer Engineering</a:t>
            </a:r>
          </a:p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Institute of Engineering, Thapathali Campus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8E14A7-1EFD-0B98-049A-8BDD0FCD92C1}"/>
              </a:ext>
            </a:extLst>
          </p:cNvPr>
          <p:cNvSpPr txBox="1"/>
          <p:nvPr/>
        </p:nvSpPr>
        <p:spPr>
          <a:xfrm>
            <a:off x="5156639" y="5292540"/>
            <a:ext cx="18787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March 12, 2025</a:t>
            </a:r>
          </a:p>
        </p:txBody>
      </p:sp>
    </p:spTree>
    <p:extLst>
      <p:ext uri="{BB962C8B-B14F-4D97-AF65-F5344CB8AC3E}">
        <p14:creationId xmlns:p14="http://schemas.microsoft.com/office/powerpoint/2010/main" val="770041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80BB4-A692-ECCF-8E4C-51ECBB3C2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What is Recordex?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7B99FF-098B-E374-BED2-10FFD8A1B3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Recordex is stock management application made in C.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is a terminal application.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is a demo application while learning how basic function work in any application.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Libraries used: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OpenSSL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SQLite3</a:t>
            </a:r>
          </a:p>
        </p:txBody>
      </p:sp>
    </p:spTree>
    <p:extLst>
      <p:ext uri="{BB962C8B-B14F-4D97-AF65-F5344CB8AC3E}">
        <p14:creationId xmlns:p14="http://schemas.microsoft.com/office/powerpoint/2010/main" val="28437770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C975F-76CE-93D1-CB04-A57E8F456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Recordex?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969F28-1B2B-043C-5BF8-C5916EA9C9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Recordex is a simple prototype application which would solve a real-world problem.</a:t>
            </a:r>
          </a:p>
          <a:p>
            <a:r>
              <a:rPr lang="en-US" dirty="0"/>
              <a:t>It can be used from small shop owners to high trafficked marketplace such as Big Marts.</a:t>
            </a:r>
          </a:p>
          <a:p>
            <a:r>
              <a:rPr lang="en-US" dirty="0"/>
              <a:t>Is it a professional application? No</a:t>
            </a:r>
          </a:p>
          <a:p>
            <a:r>
              <a:rPr lang="en-US" dirty="0"/>
              <a:t>Is it a project that gives theoretical concept into practice? Yes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80655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AD147-CA64-59FA-0304-441CE465A3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 of Recordex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F0D9AA-A401-13B7-B8CC-586B22FA79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User Authentication ( Login, Signup, Logout)</a:t>
            </a:r>
          </a:p>
          <a:p>
            <a:pPr lvl="1"/>
            <a:r>
              <a:rPr lang="en-US" dirty="0"/>
              <a:t>Hashed Password storage</a:t>
            </a:r>
          </a:p>
          <a:p>
            <a:r>
              <a:rPr lang="en-US" dirty="0"/>
              <a:t>Stock Management ( Adding, Deleting, Updating stocks )</a:t>
            </a:r>
          </a:p>
          <a:p>
            <a:r>
              <a:rPr lang="en-US" dirty="0"/>
              <a:t>Billing System ( Terminal Based )</a:t>
            </a:r>
          </a:p>
          <a:p>
            <a:pPr lvl="1"/>
            <a:r>
              <a:rPr lang="en-US" dirty="0"/>
              <a:t>QR code embedded with JSON return</a:t>
            </a:r>
          </a:p>
          <a:p>
            <a:r>
              <a:rPr lang="en-US" dirty="0"/>
              <a:t>Database Storage using SQLite 3</a:t>
            </a:r>
          </a:p>
          <a:p>
            <a:pPr lvl="1"/>
            <a:r>
              <a:rPr lang="en-US" dirty="0"/>
              <a:t>SQL Injection free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82513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6496D-E0BF-4A08-74C0-D1B2E9252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faced during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B3DE1A-0648-D654-97C1-28BE27AB5D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Brainstorming</a:t>
            </a:r>
          </a:p>
          <a:p>
            <a:r>
              <a:rPr lang="en-US" dirty="0"/>
              <a:t>First big project at C.</a:t>
            </a:r>
          </a:p>
          <a:p>
            <a:r>
              <a:rPr lang="en-US" dirty="0"/>
              <a:t>No prior knowledge about SQL.</a:t>
            </a:r>
          </a:p>
          <a:p>
            <a:r>
              <a:rPr lang="en-US" dirty="0"/>
              <a:t>Packaging library into project.</a:t>
            </a:r>
          </a:p>
          <a:p>
            <a:r>
              <a:rPr lang="en-US" dirty="0"/>
              <a:t>Operating System ( Windows being difficult ); had to use WSL.</a:t>
            </a:r>
          </a:p>
        </p:txBody>
      </p:sp>
    </p:spTree>
    <p:extLst>
      <p:ext uri="{BB962C8B-B14F-4D97-AF65-F5344CB8AC3E}">
        <p14:creationId xmlns:p14="http://schemas.microsoft.com/office/powerpoint/2010/main" val="16652745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AB897-21E4-FED5-6BBE-B204AE4E0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Recordex means to me?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8B6EF5-9627-E2ED-7FAF-0193C1950E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step beyond using frameworks.</a:t>
            </a:r>
          </a:p>
          <a:p>
            <a:r>
              <a:rPr lang="en-US" dirty="0"/>
              <a:t>Understanding on the root level.</a:t>
            </a:r>
          </a:p>
          <a:p>
            <a:r>
              <a:rPr lang="en-US" dirty="0"/>
              <a:t>Now, for small demanding projects, I develop low-resource solutions ( thanks to SQL learnings ).</a:t>
            </a:r>
          </a:p>
          <a:p>
            <a:r>
              <a:rPr lang="en-US" dirty="0"/>
              <a:t>Learnt how to plan for a project as such.</a:t>
            </a:r>
          </a:p>
          <a:p>
            <a:r>
              <a:rPr lang="en-US" dirty="0"/>
              <a:t>With these knowledge, I have started developing new application using different tech stacks.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326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9CB88-3025-A537-90EF-B5A855F9B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Flowchart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5FAFFA5-0343-F3A8-898E-DCACF8F520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46463" y="1060471"/>
            <a:ext cx="7432223" cy="5615054"/>
          </a:xfrm>
        </p:spPr>
      </p:pic>
    </p:spTree>
    <p:extLst>
      <p:ext uri="{BB962C8B-B14F-4D97-AF65-F5344CB8AC3E}">
        <p14:creationId xmlns:p14="http://schemas.microsoft.com/office/powerpoint/2010/main" val="6665994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6B600-D78D-211E-C6ED-FEAB4CBCCA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2652E8-A2D7-2C3A-EC49-8C63A0863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Project Impact:</a:t>
            </a:r>
            <a:r>
              <a:rPr lang="en-US" dirty="0"/>
              <a:t> Improved security and inventory control through login, hashed passwords, and stock management.</a:t>
            </a:r>
          </a:p>
          <a:p>
            <a:r>
              <a:rPr lang="en-US" b="1" dirty="0"/>
              <a:t>Skills Gained</a:t>
            </a:r>
            <a:r>
              <a:rPr lang="en-US" dirty="0"/>
              <a:t>: Strengthened C programming, database handling and secure coding.</a:t>
            </a:r>
          </a:p>
          <a:p>
            <a:r>
              <a:rPr lang="en-US" b="1" dirty="0"/>
              <a:t>Future Scope</a:t>
            </a:r>
            <a:r>
              <a:rPr lang="en-US" dirty="0"/>
              <a:t>: Potential for upgrades like advanced encryption and user roles.</a:t>
            </a:r>
          </a:p>
          <a:p>
            <a:r>
              <a:rPr lang="en-US" b="1" dirty="0"/>
              <a:t>Practical Relevance</a:t>
            </a:r>
            <a:r>
              <a:rPr lang="en-US" dirty="0"/>
              <a:t>: Scalable solution for marts and shops with real-world applicability.</a:t>
            </a:r>
          </a:p>
        </p:txBody>
      </p:sp>
    </p:spTree>
    <p:extLst>
      <p:ext uri="{BB962C8B-B14F-4D97-AF65-F5344CB8AC3E}">
        <p14:creationId xmlns:p14="http://schemas.microsoft.com/office/powerpoint/2010/main" val="24697425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317</Words>
  <Application>Microsoft Office PowerPoint</Application>
  <PresentationFormat>Widescreen</PresentationFormat>
  <Paragraphs>44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Arial Black</vt:lpstr>
      <vt:lpstr>Office Theme</vt:lpstr>
      <vt:lpstr>Recordex-C</vt:lpstr>
      <vt:lpstr>What is Recordex?</vt:lpstr>
      <vt:lpstr>Why Recordex?</vt:lpstr>
      <vt:lpstr>Features of Recordex</vt:lpstr>
      <vt:lpstr>Problem faced during development</vt:lpstr>
      <vt:lpstr>What Recordex means to me?</vt:lpstr>
      <vt:lpstr>Flowchart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Prithak Lamsal</dc:creator>
  <cp:lastModifiedBy>Prithak Lamsal</cp:lastModifiedBy>
  <cp:revision>4</cp:revision>
  <dcterms:created xsi:type="dcterms:W3CDTF">2025-03-11T12:00:21Z</dcterms:created>
  <dcterms:modified xsi:type="dcterms:W3CDTF">2025-03-21T02:59:22Z</dcterms:modified>
</cp:coreProperties>
</file>