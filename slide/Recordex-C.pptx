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>
        <p:scale>
          <a:sx n="117" d="100"/>
          <a:sy n="117" d="100"/>
        </p:scale>
        <p:origin x="18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65846-5312-D8AD-F924-90A317B2C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E8CDFE-2F2B-07C6-5975-13656986D2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27A6D-DB0A-3D1D-DCCB-6BE55517A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934-4E38-4E54-8D93-7DDAE35C7728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344A2-871E-2AF7-C8F0-50E02B00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1917A-D7E3-0540-A53F-F1DF4221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2399-991F-4AF9-AA81-1C126F04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657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5946B-3531-5580-77E4-F753A5113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38034-3584-FCBB-06AA-D1B7AEC60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E7663-59EA-0142-D202-9F3589CC5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934-4E38-4E54-8D93-7DDAE35C7728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4052-34BE-206B-148C-D5311E52A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C1CC5-176E-7701-BD63-9E8129A00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2399-991F-4AF9-AA81-1C126F04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19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9C6A3-7791-CA13-BDB3-6FF75CD7C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4FC81-734F-D73B-5FC6-3542BF441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7D58D-EC5B-5F50-9F88-BC72BAB82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934-4E38-4E54-8D93-7DDAE35C7728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94A5D-644B-E796-5BA2-7BE151D1A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EE99B-A29D-7721-2DAB-54869FD5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2399-991F-4AF9-AA81-1C126F04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23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7935C-1D39-CD65-241A-528E7E8DA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CBF71-0A96-0452-DDB3-180A7D7A2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7A6F9-6762-C07C-3828-563693D8B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40C46-2168-5B38-3C4D-3766A368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934-4E38-4E54-8D93-7DDAE35C7728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FA39E-A85D-11BE-8AF2-F2EFC423B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C5BC9-3979-7D26-185A-3013E6961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2399-991F-4AF9-AA81-1C126F04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68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705D6-6060-BD1B-784B-F984635AD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B7A35-1F67-3487-717E-531FE23FD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6BC16-959C-7FC9-F8AF-8CDA5B173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8383F1-BE9F-A4F5-AF2A-019823F55E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EDCE12-4C4A-DB1D-3FDB-9EB90DD266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6B307A-E6F4-E1CB-744D-EF0713E12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934-4E38-4E54-8D93-7DDAE35C7728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7C2B8C-D9EF-3C54-27B4-1291C7DCD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4D9C0-5BC8-D567-6103-093780617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2399-991F-4AF9-AA81-1C126F04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71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3C18F-B22F-53B2-6E38-06AB12A14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C632A-C63C-AA2C-856E-A6AD72F37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934-4E38-4E54-8D93-7DDAE35C7728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9E71B2-E226-CE66-FDE7-38B509860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E13781-B50E-B524-9622-17B8AA93A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2399-991F-4AF9-AA81-1C126F04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84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2D8674-E3ED-611F-0CFF-93064D1BF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934-4E38-4E54-8D93-7DDAE35C7728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FBFFF-E61E-9473-F4A8-0CCF2A2EE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33A88-C8BA-07B8-CB0D-FE42FE898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2399-991F-4AF9-AA81-1C126F04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30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17B1E-5762-B439-CC68-8D18447A9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3CBCB-63FA-50A5-4429-2708A832D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A3211-970C-CA49-66B2-F45AB9625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E441A-9B24-7807-CD76-9091E9167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934-4E38-4E54-8D93-7DDAE35C7728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77216-043D-AB1F-0904-6C8797E3C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D489E-0D32-5AFE-5320-C15E3A31E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2399-991F-4AF9-AA81-1C126F04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87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F87F-0042-077B-0192-08D152460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E0EA56-154A-1D69-7750-13C29A4EEB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31F30-F448-7161-BCCC-0CA8E5EEA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D9F0E-CF2E-89C7-E47E-4ACF4C4C2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934-4E38-4E54-8D93-7DDAE35C7728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4EA31-4A2C-9638-AF8F-056ABCC8A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05CB0-0D18-89E8-7A53-2D9113581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2399-991F-4AF9-AA81-1C126F04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84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34D8E-7AA5-D105-9DDD-86E2E7715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D57AF2-2C07-7F6C-2195-34AB82B3F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A1EC3-6BC5-309F-0E0B-A5EA270AE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934-4E38-4E54-8D93-7DDAE35C7728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0C9B1-5CED-6E3F-D7BF-FFDA2274A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9EAC5-3069-F6C1-FB2F-D7521CCAB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2399-991F-4AF9-AA81-1C126F04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69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5F7532-0E22-B6F7-41AC-4B77EF840E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3EABF5-713C-AFC0-2EEF-48C845459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A1FDE-EB2A-8AA2-2F80-0B33E9998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7934-4E38-4E54-8D93-7DDAE35C7728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FA980-409B-AE02-4AB2-0234C61E2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AF6A5-A445-88F1-7E81-42E4C5640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42399-991F-4AF9-AA81-1C126F04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44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E8204E-F518-AFA8-7BAC-841FF5A1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EF97D-5D5E-D935-D6F9-993699982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631B8-9E0C-BE01-9ACB-22B220BF52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07934-4E38-4E54-8D93-7DDAE35C7728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9118C-6991-3112-CB64-3C3FDCF90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CD6B4-E436-C7B2-F435-1A1569824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642399-991F-4AF9-AA81-1C126F04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39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CD58C-BD00-B890-DA1F-CE9BE6B91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74031"/>
            <a:ext cx="9144000" cy="108017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Recordex-C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EFA612-E2C4-3DE0-6541-A8A8EB3590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55028"/>
            <a:ext cx="9144000" cy="897772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Pratyush Khatiwada ( BCT 022 )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Prithak Lamsal ( BCT023 )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53F9CF-28A8-DB2E-7F16-3D17E14BAE51}"/>
              </a:ext>
            </a:extLst>
          </p:cNvPr>
          <p:cNvSpPr txBox="1"/>
          <p:nvPr/>
        </p:nvSpPr>
        <p:spPr>
          <a:xfrm>
            <a:off x="2954755" y="3968727"/>
            <a:ext cx="62824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Department</a:t>
            </a:r>
            <a:r>
              <a:rPr lang="en-US" sz="2000" dirty="0">
                <a:latin typeface="Arial Black" panose="020B0A040201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Electronics and Computer Engineering</a:t>
            </a:r>
          </a:p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Institute of Engineering, Thapathali Campus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8E14A7-1EFD-0B98-049A-8BDD0FCD92C1}"/>
              </a:ext>
            </a:extLst>
          </p:cNvPr>
          <p:cNvSpPr txBox="1"/>
          <p:nvPr/>
        </p:nvSpPr>
        <p:spPr>
          <a:xfrm>
            <a:off x="5156639" y="5292540"/>
            <a:ext cx="1878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March 12, 2025</a:t>
            </a:r>
          </a:p>
        </p:txBody>
      </p:sp>
    </p:spTree>
    <p:extLst>
      <p:ext uri="{BB962C8B-B14F-4D97-AF65-F5344CB8AC3E}">
        <p14:creationId xmlns:p14="http://schemas.microsoft.com/office/powerpoint/2010/main" val="770041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80BB4-A692-ECCF-8E4C-51ECBB3C2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Recordex?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B99FF-098B-E374-BED2-10FFD8A1B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Recordex is stock management application made in C.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a terminal application.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a demo application while learning how basic function work in any application.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Libraries used: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OpenSSL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SQLite3</a:t>
            </a:r>
          </a:p>
        </p:txBody>
      </p:sp>
    </p:spTree>
    <p:extLst>
      <p:ext uri="{BB962C8B-B14F-4D97-AF65-F5344CB8AC3E}">
        <p14:creationId xmlns:p14="http://schemas.microsoft.com/office/powerpoint/2010/main" val="2843777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975F-76CE-93D1-CB04-A57E8F456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Recordex?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69F28-1B2B-043C-5BF8-C5916EA9C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Recordex is a simple prototype application which would solve a real-world problem.</a:t>
            </a:r>
          </a:p>
          <a:p>
            <a:r>
              <a:rPr lang="en-US" dirty="0"/>
              <a:t>It can be used from small shop owners to high trafficked marketplace such as Big Marts.</a:t>
            </a:r>
          </a:p>
          <a:p>
            <a:r>
              <a:rPr lang="en-US" dirty="0"/>
              <a:t>Is it a professional application? No</a:t>
            </a:r>
          </a:p>
          <a:p>
            <a:r>
              <a:rPr lang="en-US" dirty="0"/>
              <a:t>Is it a project that gives theoretical concept into practice? Yes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065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AD147-CA64-59FA-0304-441CE465A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Recordex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0D9AA-A401-13B7-B8CC-586B22FA7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Authentication ( Login, Signup, Logout)</a:t>
            </a:r>
          </a:p>
          <a:p>
            <a:pPr lvl="1"/>
            <a:r>
              <a:rPr lang="en-US" dirty="0"/>
              <a:t>Hashed Password storage</a:t>
            </a:r>
          </a:p>
          <a:p>
            <a:r>
              <a:rPr lang="en-US" dirty="0"/>
              <a:t>Stock Management ( Adding, Deleting, Updating stocks )</a:t>
            </a:r>
          </a:p>
          <a:p>
            <a:r>
              <a:rPr lang="en-US" dirty="0"/>
              <a:t>Billing System ( Terminal Based )</a:t>
            </a:r>
          </a:p>
          <a:p>
            <a:pPr lvl="1"/>
            <a:r>
              <a:rPr lang="en-US" dirty="0"/>
              <a:t>QR code embedded with JSON return</a:t>
            </a:r>
          </a:p>
          <a:p>
            <a:r>
              <a:rPr lang="en-US" dirty="0"/>
              <a:t>Database Storage using SQLite 3</a:t>
            </a:r>
          </a:p>
          <a:p>
            <a:pPr lvl="1"/>
            <a:r>
              <a:rPr lang="en-US" dirty="0"/>
              <a:t>SQL Injection free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51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6496D-E0BF-4A08-74C0-D1B2E9252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faced during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3DE1A-0648-D654-97C1-28BE27AB5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Brainstorming</a:t>
            </a:r>
          </a:p>
          <a:p>
            <a:r>
              <a:rPr lang="en-US" dirty="0"/>
              <a:t>First big project at C.</a:t>
            </a:r>
          </a:p>
          <a:p>
            <a:r>
              <a:rPr lang="en-US" dirty="0"/>
              <a:t>No prior knowledge about SQL.</a:t>
            </a:r>
          </a:p>
          <a:p>
            <a:r>
              <a:rPr lang="en-US" dirty="0"/>
              <a:t>Packaging library into project.</a:t>
            </a:r>
          </a:p>
          <a:p>
            <a:r>
              <a:rPr lang="en-US" dirty="0"/>
              <a:t>Operating System ( Windows being difficult ); had to use WSL.</a:t>
            </a:r>
          </a:p>
        </p:txBody>
      </p:sp>
    </p:spTree>
    <p:extLst>
      <p:ext uri="{BB962C8B-B14F-4D97-AF65-F5344CB8AC3E}">
        <p14:creationId xmlns:p14="http://schemas.microsoft.com/office/powerpoint/2010/main" val="1665274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AB897-21E4-FED5-6BBE-B204AE4E0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Recordex means to 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B6EF5-9627-E2ED-7FAF-0193C1950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step beyond using frameworks.</a:t>
            </a:r>
          </a:p>
          <a:p>
            <a:r>
              <a:rPr lang="en-US" dirty="0"/>
              <a:t>Understanding on the root level.</a:t>
            </a:r>
          </a:p>
          <a:p>
            <a:r>
              <a:rPr lang="en-US" dirty="0"/>
              <a:t>Now, for small demanding projects, I develop low-resource solutions ( thanks to SQL learnings ).</a:t>
            </a:r>
          </a:p>
          <a:p>
            <a:r>
              <a:rPr lang="en-US" dirty="0"/>
              <a:t>Learnt how to plan for a project as such.</a:t>
            </a:r>
          </a:p>
          <a:p>
            <a:r>
              <a:rPr lang="en-US" dirty="0"/>
              <a:t>With these knowledge, I have started developing new application using different tech stacks.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26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9CB88-3025-A537-90EF-B5A855F9B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Flowchart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FAFFA5-0343-F3A8-898E-DCACF8F520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6463" y="1060471"/>
            <a:ext cx="7432223" cy="5615054"/>
          </a:xfrm>
        </p:spPr>
      </p:pic>
    </p:spTree>
    <p:extLst>
      <p:ext uri="{BB962C8B-B14F-4D97-AF65-F5344CB8AC3E}">
        <p14:creationId xmlns:p14="http://schemas.microsoft.com/office/powerpoint/2010/main" val="666599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259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Arial Black</vt:lpstr>
      <vt:lpstr>Office Theme</vt:lpstr>
      <vt:lpstr>Recordex-C</vt:lpstr>
      <vt:lpstr>What is Recordex?</vt:lpstr>
      <vt:lpstr>Why Recordex?</vt:lpstr>
      <vt:lpstr>Features of Recordex</vt:lpstr>
      <vt:lpstr>Problem faced during development</vt:lpstr>
      <vt:lpstr>What Recordex means to me?</vt:lpstr>
      <vt:lpstr>Flowchart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Prithak Lamsal</dc:creator>
  <cp:lastModifiedBy>Prithak Lamsal</cp:lastModifiedBy>
  <cp:revision>3</cp:revision>
  <dcterms:created xsi:type="dcterms:W3CDTF">2025-03-11T12:00:21Z</dcterms:created>
  <dcterms:modified xsi:type="dcterms:W3CDTF">2025-03-20T16:47:35Z</dcterms:modified>
</cp:coreProperties>
</file>